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🤖 Discord Bot 項目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subaso-俗北ㄙㄡˊ v2.0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多功能 AI 聊天機器人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完整代碼與功能展示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項目概述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📊 項目信息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名稱: subaso-俗北ㄙㄡˊ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版本: 2.0.0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平臺: Discord.py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AI引擎: Ollama (Qwen2.5-1.5B)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語言: Python 3.8+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🎯 核心功能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AI 對話系統（5個） - 多角色、多語言、連續對話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經濟系統（6個） - 挖礦、釣魚、狩獵、賭博、寵物、市場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娛樂遊戲（6個） - Pokemon、Trivia、動漫、數字遊戲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管理工具（5個） - 日誌、清理、歡迎、配置、自定義命令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音樂系統（6個）- 可選模組，需 Lavalink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📦 總計 28 個強大功能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🎭 AI 角色與多語言系統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🎭 5 種 AI 角色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閒談 - 友善、幽默的聊天夥伴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使用自然對話風格，可討論任何日常話題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🔢 數理 - 數學和科學專家  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用清晰的邏輯和步驟解釋問題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📚 語文 - 語言和文學專家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專長於語法、詞彙、文學分析和寫作技巧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💻 程式 - 專業程式設計師和軟體工程師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幫助編寫、除錯和解釋程式碼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🏠 家務 - 家務和生活建議專家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提供關於烹飪、清潔、整理的實用建議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🌍 多語言支持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繁體中文、English、日本語、한국어、Español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💰 經濟系統詳解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💰 經濟系統架構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🪙 虛擬貨幣: 💎 晶幣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初始餘額: 1000 晶幣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⛏️ 挖礦系統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鐵礦: 50 晶幣 (60秒冷卻)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金礦: 150 晶幣 (60秒冷卻)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鑽石: 500 晶幣 (60秒冷卻)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🐟 釣魚系統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鯉魚: 40 晶幣 | 金魚: 120 晶幣 | 龍魚: 400 晶幣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🎰 娛樂遊戲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賭博 - 50% 贏率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老虎機 - 彩票式獎勵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🐾 寵物系統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貓 (🐱) | 狗 (🐕) | 龍 (🐉)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餵食、交互、心情值系統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🎮 娛樂遊戲系統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🎮 娛樂遊戲模組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🎯 遊戲類型 (6 個)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1️⃣ Pokémon 猜謎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難度: 簡單 (100分) | 中等 (250分) | 困難 (500分)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時限: 30秒 | 20秒 | 10秒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2️⃣ Trivia 知識競賽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多個知識類別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實時計分系統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3️⃣ 動漫角色猜謎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描述猜角色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積分獎勵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4️⃣ 數字猜測遊戲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- 1-100 的數字範圍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即時反饋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5️⃣ 動漫查詢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元數據查詢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6️⃣ 互動動作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- 擁抱 (🤗) | 拍拍 (👋) | 跳舞 (🕺)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🏆 全局計分系統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指令系統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📋 完整指令列表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🤖 AI 對話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!mode [角色] - 切換 AI 角色 (閒談、數理、語文、程式、家務)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!lan [語言] - 切換回答語言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!ask [問題] - 向 AI 提問 (支持連續對話)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!clear - 清除對話歷史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💰 經濟系統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!balance - 查看餘額 | !mine - 挖礦 | !fish - 釣魚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!hunt - 狩獵 | !gamble [金額] - 賭博 | !slots [金額] - 老虎機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!pet [list|adopt|info|feed] - 寵物系統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🎮 遊戲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!pokemon - Pokemon猜謎 | !trivia - Trivia競賽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!anime - 動漫角色 | !number - 數字遊戲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!debate - 搞笑辯論 | !score - 查看遊戲分數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!guess [答案] - 提交答案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✨ 互動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!hug [@用戶] - 擁抱 | !pat [@用戶] - 拍拍 | !dance - 跳舞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🛠️ 管理 (ADMIN_IDS 使用者)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!admin stats - 查看統計 | !admin update [版本] - 版本通知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!admin backup - 備份數據 | !admin restart - 重啟 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🏗️ 項目架構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🏗️ 項目架構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📂 文件結構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bot.py ......................... 單檔版（簡化版）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subaso_bot.py ................... 完整版（模組化入口）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subaso_config.py ................ 全局配置與常量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modules_economy.py ............. 經濟系統類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modules_games.py ............... 遊戲系統類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modules_admin.py ............... 管理系統類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設定.env ....................... 環境變量配置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requirements.txt ............... 依賴列表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user_data.json ................. 用戶數據存儲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🔌 依賴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discord.py &gt;= 2.0.0 - Discord 機器人框架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httpx - 非同步 HTTP 客戶端 (Ollama API)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python-dotenv - 環境變量管理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logging - 日誌系統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💾 數據持久化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用戶個人設定 (user_data.json)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經濟系統狀態 (data/economy.json)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遊戲歷史紀錄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💻 bot.py - 核心入口 (前 30 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292929"/>
                </a:solidFill>
                <a:latin typeface="Courier New"/>
              </a:defRPr>
            </a:pPr>
            <a:r>
              <a:t>﻿# ==================== 編碼修復 ====================</a:t>
            </a:r>
            <a:br/>
            <a:r>
              <a:t># 必須在最開始設置，確保 UTF-8 輸出</a:t>
            </a:r>
            <a:br/>
            <a:r>
              <a:t>import os</a:t>
            </a:r>
            <a:br/>
            <a:r>
              <a:t>import sys</a:t>
            </a:r>
            <a:br/>
            <a:br/>
            <a:r>
              <a:t>if sys.platform == 'win32':</a:t>
            </a:r>
            <a:br/>
            <a:r>
              <a:t>    import io</a:t>
            </a:r>
            <a:br/>
            <a:r>
              <a:t>    sys.stdout = io.TextIOWrapper(sys.stdout.buffer, encoding='utf-8')</a:t>
            </a:r>
            <a:br/>
            <a:r>
              <a:t>    sys.stderr = io.TextIOWrapper(sys.stderr.buffer, encoding='utf-8')</a:t>
            </a:r>
            <a:br/>
            <a:br/>
            <a:r>
              <a:t>os.environ['PYTHONIOENCODING'] = 'utf-8'</a:t>
            </a:r>
            <a:br/>
            <a:br/>
            <a:r>
              <a:t>import discord</a:t>
            </a:r>
            <a:br/>
            <a:r>
              <a:t>import asyncio</a:t>
            </a:r>
            <a:br/>
            <a:r>
              <a:t>import aiohttp</a:t>
            </a:r>
            <a:br/>
            <a:r>
              <a:t>import json</a:t>
            </a:r>
            <a:br/>
            <a:r>
              <a:t>import logging</a:t>
            </a:r>
            <a:br/>
            <a:r>
              <a:t>from datetime import datetime, timedelta</a:t>
            </a:r>
            <a:br/>
            <a:r>
              <a:t>from dotenv import load_dotenv</a:t>
            </a:r>
            <a:br/>
            <a:r>
              <a:t>import httpx</a:t>
            </a:r>
            <a:br/>
            <a:r>
              <a:t># 引入 subaso_config 中的全局設定</a:t>
            </a:r>
            <a:br/>
            <a:r>
              <a:t>from subaso_config import *</a:t>
            </a:r>
            <a:br/>
            <a:r>
              <a:t>from modules_games import GameSystem</a:t>
            </a:r>
            <a:br/>
            <a:r>
              <a:t>from modules_admin import AdminSystem</a:t>
            </a:r>
            <a:br/>
            <a:r>
              <a:t># 確保 PERSONALITIES 已正確載入（防止 import * 未帶入）</a:t>
            </a:r>
            <a:br/>
            <a:r>
              <a:t>if 'PERSONALITIES' not in globals():</a:t>
            </a:r>
            <a:br/>
            <a:r>
              <a:t>    from subaso_config import PERSONALITIES  # pragma: no cover</a:t>
            </a:r>
            <a:br/>
            <a:br/>
            <a:br/>
            <a:r>
              <a:t># 解決 Windows 編碼問題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subaso_config.py - 配置文件 (前 35 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292929"/>
                </a:solidFill>
                <a:latin typeface="Courier New"/>
              </a:defRPr>
            </a:pPr>
            <a:r>
              <a:t>"""</a:t>
            </a:r>
            <a:br/>
            <a:r>
              <a:t>subaso - 全局配置文件 (副本，用於替代舊的配置文件)</a:t>
            </a:r>
            <a:br/>
            <a:r>
              <a:t>包含所有常量、配置和系統設置（顯示名稱：subaso-俗北ㄙㄡˊ）</a:t>
            </a:r>
            <a:br/>
            <a:r>
              <a:t>"""</a:t>
            </a:r>
            <a:br/>
            <a:br/>
            <a:r>
              <a:t># ==================== 版本信息 ====================</a:t>
            </a:r>
            <a:br/>
            <a:r>
              <a:t>BOT_VERSION = "2.0.0"</a:t>
            </a:r>
            <a:br/>
            <a:r>
              <a:t>BOT_NAME = "subaso-俗北ㄙㄡˊ"</a:t>
            </a:r>
            <a:br/>
            <a:r>
              <a:t>BOT_DESCRIPTION = "subaso-俗北ㄙㄡˊ - 多功能 AI Discord Bot"</a:t>
            </a:r>
            <a:br/>
            <a:br/>
            <a:r>
              <a:t># ==================== 功能模塊配置 ====================</a:t>
            </a:r>
            <a:br/>
            <a:r>
              <a:t>MODULES = {</a:t>
            </a:r>
            <a:br/>
            <a:r>
              <a:t>    "ai": {</a:t>
            </a:r>
            <a:br/>
            <a:r>
              <a:t>        "name": "🤖 AI 對話系統",</a:t>
            </a:r>
            <a:br/>
            <a:r>
              <a:t>        "enabled": True,</a:t>
            </a:r>
            <a:br/>
            <a:r>
              <a:t>        "features": ["多角色", "多語言", "連續對話", "版本管理", "數據保存"]</a:t>
            </a:r>
            <a:br/>
            <a:r>
              <a:t>    },</a:t>
            </a:r>
            <a:br/>
            <a:r>
              <a:t>    "economy": {</a:t>
            </a:r>
            <a:br/>
            <a:r>
              <a:t>        "name": "💰 經濟系統",</a:t>
            </a:r>
            <a:br/>
            <a:r>
              <a:t>        "enabled": True,</a:t>
            </a:r>
            <a:br/>
            <a:r>
              <a:t>        "features": ["挖礦", "釣魚", "狩獵", "賭博", "寵物", "市場"]</a:t>
            </a:r>
            <a:br/>
            <a:r>
              <a:t>    },</a:t>
            </a:r>
            <a:br/>
            <a:r>
              <a:t>    "games": {</a:t>
            </a:r>
            <a:br/>
            <a:r>
              <a:t>        "name": "🎮 娛樂遊戲",</a:t>
            </a:r>
            <a:br/>
            <a:r>
              <a:t>        "enabled": True,</a:t>
            </a:r>
            <a:br/>
            <a:r>
              <a:t>        "features": ["Pokemon猜謎", "Trivia", "動漫角色", "數字遊戲", "動漫查詢", "互動動作"]</a:t>
            </a:r>
            <a:br/>
            <a:r>
              <a:t>    },</a:t>
            </a:r>
            <a:br/>
            <a:r>
              <a:t>    "admin": {</a:t>
            </a:r>
            <a:br/>
            <a:r>
              <a:t>        "name": "⚙️ 管理工具",</a:t>
            </a:r>
            <a:br/>
            <a:r>
              <a:t>        "enabled": True,</a:t>
            </a:r>
            <a:br/>
            <a:r>
              <a:t>        "features": ["日誌", "清理", "歡迎消息", "配置", "自定義命令"]</a:t>
            </a:r>
            <a:br/>
            <a:r>
              <a:t>    },</a:t>
            </a:r>
            <a:br/>
            <a:r>
              <a:t>    "music": {</a:t>
            </a:r>
            <a:br/>
            <a:r>
              <a:t>        "name": "🎵 音樂系統",</a:t>
            </a:r>
            <a:br/>
            <a:r>
              <a:t>        "enabled": False,  # 可選 - 需要 Lavalink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🎭 角色切換邏輯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292929"/>
                </a:solidFill>
                <a:latin typeface="Courier New"/>
              </a:defRPr>
            </a:pPr>
            <a:r>
              <a:t># !mode 指令 - 角色切換邏輯 (bot.py)</a:t>
            </a:r>
            <a:br/>
            <a:br/>
            <a:r>
              <a:t>if message.content.startswith("!mode"):</a:t>
            </a:r>
            <a:br/>
            <a:r>
              <a:t>    args = message.content[5:].strip().split()</a:t>
            </a:r>
            <a:br/>
            <a:r>
              <a:t>    if not args:</a:t>
            </a:r>
            <a:br/>
            <a:r>
              <a:t>        available = ", ".join(f"**{k}**" for k in PERSONALITIES.keys())</a:t>
            </a:r>
            <a:br/>
            <a:r>
              <a:t>        await message.channel.send(f"目前角色: **{current_personality}**\n可用角色: {available}")</a:t>
            </a:r>
            <a:br/>
            <a:r>
              <a:t>        return</a:t>
            </a:r>
            <a:br/>
            <a:br/>
            <a:r>
              <a:t>    raw_input = args[0].strip()</a:t>
            </a:r>
            <a:br/>
            <a:r>
              <a:t>    normalized = raw_input</a:t>
            </a:r>
            <a:br/>
            <a:br/>
            <a:r>
              <a:t>    # 直接匹配 → 別名映射 → 大小寫容錯 → 模糊匹配</a:t>
            </a:r>
            <a:br/>
            <a:r>
              <a:t>    if normalized not in PERSONALITIES:</a:t>
            </a:r>
            <a:br/>
            <a:r>
              <a:t>        alias_map = {"chat": "閒談", "math": "數理", ...}</a:t>
            </a:r>
            <a:br/>
            <a:r>
              <a:t>        lowered = raw_input.lower()</a:t>
            </a:r>
            <a:br/>
            <a:r>
              <a:t>        if lowered in alias_map:</a:t>
            </a:r>
            <a:br/>
            <a:r>
              <a:t>            normalized = alias_map[lowered]</a:t>
            </a:r>
            <a:br/>
            <a:r>
              <a:t>        else:</a:t>
            </a:r>
            <a:br/>
            <a:r>
              <a:t>            matches = [k for k in PERSONALITIES.keys() if k.lower() == lowered]</a:t>
            </a:r>
            <a:br/>
            <a:r>
              <a:t>            if matches:</a:t>
            </a:r>
            <a:br/>
            <a:r>
              <a:t>                normalized = matches[0]</a:t>
            </a:r>
            <a:br/>
            <a:br/>
            <a:r>
              <a:t>    if normalized in PERSONALITIES:</a:t>
            </a:r>
            <a:br/>
            <a:r>
              <a:t>        user_personalities[user_id] = normalized</a:t>
            </a:r>
            <a:br/>
            <a:r>
              <a:t>        save_all_user_data()</a:t>
            </a:r>
            <a:br/>
            <a:r>
              <a:t>        await message.channel.send(f"✅ 已切換到 **{normalized}** 模式")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AI 請求處理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292929"/>
                </a:solidFill>
                <a:latin typeface="Courier New"/>
              </a:defRPr>
            </a:pPr>
            <a:r>
              <a:t># AI 請求處理流程 (bot.py)</a:t>
            </a:r>
            <a:br/>
            <a:br/>
            <a:r>
              <a:t>async def handle_ai_request(message, question, personality):</a:t>
            </a:r>
            <a:br/>
            <a:r>
              <a:t>    user_id = message.author.id</a:t>
            </a:r>
            <a:br/>
            <a:r>
              <a:t>    if user_id not in user_conversations:</a:t>
            </a:r>
            <a:br/>
            <a:r>
              <a:t>        user_conversations[user_id] = []</a:t>
            </a:r>
            <a:br/>
            <a:br/>
            <a:r>
              <a:t>    language = user_languages.get(user_id, "chinese")</a:t>
            </a:r>
            <a:br/>
            <a:r>
              <a:t>    system_prompt = PERSONALITIES[personality]["system"] + " " + LANGUAGE_PROMPTS[language]</a:t>
            </a:r>
            <a:br/>
            <a:r>
              <a:t>    </a:t>
            </a:r>
            <a:br/>
            <a:r>
              <a:t>    # 構建消息序列</a:t>
            </a:r>
            <a:br/>
            <a:r>
              <a:t>    api_messages = [{"role": "system", "content": system_prompt}]</a:t>
            </a:r>
            <a:br/>
            <a:r>
              <a:t>    api_messages.extend(user_conversations[user_id])</a:t>
            </a:r>
            <a:br/>
            <a:r>
              <a:t>    api_messages.append({"role": "user", "content": question})</a:t>
            </a:r>
            <a:br/>
            <a:br/>
            <a:r>
              <a:t>    # 調用 Ollama API</a:t>
            </a:r>
            <a:br/>
            <a:r>
              <a:t>    async with httpx.AsyncClient(timeout=None) as client_http:</a:t>
            </a:r>
            <a:br/>
            <a:r>
              <a:t>        payload = {</a:t>
            </a:r>
            <a:br/>
            <a:r>
              <a:t>            "model": OLLAMA_MODEL,</a:t>
            </a:r>
            <a:br/>
            <a:r>
              <a:t>            "messages": api_messages,</a:t>
            </a:r>
            <a:br/>
            <a:r>
              <a:t>            "stream": False,</a:t>
            </a:r>
            <a:br/>
            <a:r>
              <a:t>            "options": {"num_ctx": 4096}</a:t>
            </a:r>
            <a:br/>
            <a:r>
              <a:t>        }</a:t>
            </a:r>
            <a:br/>
            <a:r>
              <a:t>        response = await client_http.post(f"{OLLAMA_BASE_URL}/api/chat", json=payload)</a:t>
            </a:r>
            <a:br/>
            <a:r>
              <a:t>        result = response.json()</a:t>
            </a:r>
            <a:br/>
            <a:r>
              <a:t>        answer = result.get("message", {}).get("content", "⚠️ AI 未返回內容")</a:t>
            </a:r>
            <a:br/>
            <a:br/>
            <a:r>
              <a:t>    # 儲存對話歷史</a:t>
            </a:r>
            <a:br/>
            <a:r>
              <a:t>    user_conversations[user_id].append({"role": "user", "content": question})</a:t>
            </a:r>
            <a:br/>
            <a:r>
              <a:t>    user_conversations[user_id].append({"role": "assistant", "content": answer})</a:t>
            </a:r>
            <a:br/>
            <a:r>
              <a:t>    await message.channel.send(f"**【{personality}】**\n{answer}"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📡 版本管理與廣播系統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292929"/>
                </a:solidFill>
                <a:latin typeface="Courier New"/>
              </a:defRPr>
            </a:pPr>
            <a:r>
              <a:t># 版本管理與廣播系統 (bot.py)</a:t>
            </a:r>
            <a:br/>
            <a:br/>
            <a:r>
              <a:t>async def broadcast_update_notification(new_version):</a:t>
            </a:r>
            <a:br/>
            <a:r>
              <a:t>    '''向所有用戶廣播版本更新通知'''</a:t>
            </a:r>
            <a:br/>
            <a:r>
              <a:t>    global BOT_VERSION, last_notified_version</a:t>
            </a:r>
            <a:br/>
            <a:r>
              <a:t>    BOT_VERSION = new_version</a:t>
            </a:r>
            <a:br/>
            <a:r>
              <a:t>    last_notified_version = new_version</a:t>
            </a:r>
            <a:br/>
            <a:r>
              <a:t>    save_all_user_data()</a:t>
            </a:r>
            <a:br/>
            <a:r>
              <a:t>    </a:t>
            </a:r>
            <a:br/>
            <a:r>
              <a:t>    update_message = f"🎉 **系統更新通知** 🎉\n✅ 已更新成 **{new_version}**\n新版本已推送，感謝使用！"</a:t>
            </a:r>
            <a:br/>
            <a:r>
              <a:t>    </a:t>
            </a:r>
            <a:br/>
            <a:r>
              <a:t>    success_count = 0</a:t>
            </a:r>
            <a:br/>
            <a:r>
              <a:t>    for user_id, dm_channel in list(user_dms.items()):</a:t>
            </a:r>
            <a:br/>
            <a:r>
              <a:t>        try:</a:t>
            </a:r>
            <a:br/>
            <a:r>
              <a:t>            await dm_channel.send(update_message)</a:t>
            </a:r>
            <a:br/>
            <a:r>
              <a:t>            success_count += 1</a:t>
            </a:r>
            <a:br/>
            <a:r>
              <a:t>            await asyncio.sleep(0.5)  # 避免速率限制</a:t>
            </a:r>
            <a:br/>
            <a:r>
              <a:t>        except:</a:t>
            </a:r>
            <a:br/>
            <a:r>
              <a:t>            pass</a:t>
            </a:r>
            <a:br/>
            <a:r>
              <a:t>    </a:t>
            </a:r>
            <a:br/>
            <a:r>
              <a:t>    logger.info(f"更新通知已發送: 成功 {success_count}")</a:t>
            </a:r>
            <a:br/>
            <a:br/>
            <a:r>
              <a:t># 管理員指令</a:t>
            </a:r>
            <a:br/>
            <a:r>
              <a:t>!admin update 2.0.1  # 向所有用戶廣播版本更新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💾 數據持久化系統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292929"/>
                </a:solidFill>
                <a:latin typeface="Courier New"/>
              </a:defRPr>
            </a:pPr>
            <a:r>
              <a:t># 用戶數據持久化系統 (bot.py)</a:t>
            </a:r>
            <a:br/>
            <a:br/>
            <a:r>
              <a:t>def load_all_user_data():</a:t>
            </a:r>
            <a:br/>
            <a:r>
              <a:t>    '''從 JSON 加載所有用戶數據'''</a:t>
            </a:r>
            <a:br/>
            <a:r>
              <a:t>    global user_personalities, user_languages</a:t>
            </a:r>
            <a:br/>
            <a:r>
              <a:t>    data = load_user_data()</a:t>
            </a:r>
            <a:br/>
            <a:r>
              <a:t>    if "personalities" in data:</a:t>
            </a:r>
            <a:br/>
            <a:r>
              <a:t>        user_personalities = {int(k): v for k, v in data["personalities"].items()}</a:t>
            </a:r>
            <a:br/>
            <a:r>
              <a:t>    if "languages" in data:</a:t>
            </a:r>
            <a:br/>
            <a:r>
              <a:t>        user_languages = {int(k): v for k, v in data["languages"].items()}</a:t>
            </a:r>
            <a:br/>
            <a:r>
              <a:t>    logger.info(f"加載了 {len(user_personalities)} 個用戶的數據")</a:t>
            </a:r>
            <a:br/>
            <a:br/>
            <a:r>
              <a:t>def save_all_user_data():</a:t>
            </a:r>
            <a:br/>
            <a:r>
              <a:t>    '''保存所有用戶數據到 JSON'''</a:t>
            </a:r>
            <a:br/>
            <a:r>
              <a:t>    data = {</a:t>
            </a:r>
            <a:br/>
            <a:r>
              <a:t>        "personalities": {str(k): v for k, v in user_personalities.items()},</a:t>
            </a:r>
            <a:br/>
            <a:r>
              <a:t>        "languages": {str(k): v for k, v in user_languages.items()},</a:t>
            </a:r>
            <a:br/>
            <a:r>
              <a:t>        "last_save": datetime.now().isoformat(),</a:t>
            </a:r>
            <a:br/>
            <a:r>
              <a:t>        "bot_version": BOT_VERSION,</a:t>
            </a:r>
            <a:br/>
            <a:r>
              <a:t>        "last_notified_version": last_notified_version</a:t>
            </a:r>
            <a:br/>
            <a:r>
              <a:t>    }</a:t>
            </a:r>
            <a:br/>
            <a:r>
              <a:t>    save_user_data(data)</a:t>
            </a:r>
            <a:br/>
            <a:br/>
            <a:r>
              <a:t># 數據文件位置: user_data.json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✨ 核心特性與優勢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✨ 核心特性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🔄 連續對話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保持上下文歷史（最近 10 次交互）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自動清理超出限制的歷史記錄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🌐 多語言多角色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5 種角色各有專屬系統提示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支持 5 種語言即時切換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用戶個人設定獨立存儲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💾 完整的數據持久化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用戶配置（角色、語言）自動保存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JSON 格式便於檢查和調試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版本管理與更新通知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⚡ 非同步架構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基於 asyncio + discord.py 2.0+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支持並發消息處理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高效的 HTTP 請求（httpx）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🛡️ 容錯機制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角色切換支持大小寫、別名、模糊匹配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指令解析的容錯設計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完善的異常處理與日誌記錄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部署與使用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🚀 部署與使用步驟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1️⃣ 環境設置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python -m venv venv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source venv/bin/activate  # Linux/Mac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venv\Scripts\activate     # Windows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pip install -r requirements.txt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2️⃣ 配置環境變量 (設定.env)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DISCORD_TOKEN=your_token_here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OLLAMA_BASE_URL=http://localhost:11434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OLLAMA_MODEL=Qwen2.5-1.5B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ADMIN_IDS=123456789,987654321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3️⃣ 啟動 Ollama (另一個終端)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ollama serve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4️⃣ 運行 Bot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python bot.py        # 簡化版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 python subaso_bot.py   # 完整版（推薦）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5️⃣ 使用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添加 Bot 到 Discord 伺服器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在私信中使用 !help 查看所有命令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開始聊天！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📝 文件位置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logs/              - 日誌文件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user_data.json     - 用戶數據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設定.env           - 環境配置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Discord Bot 還能做什麼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💡 Discord Bot 還能做什麼 ?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看看別人都在做什麼，你的專題可以參考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🔧 AI 與實用工具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AI 助手 — 今天的 /ask 就是起點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翻譯 bot — 貼原文自動翻譯多國語言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程式碼執行 bot — 在線即時執行 code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👥 社群管理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自動管理 bot — 過濾廣告、阻止洗版、ban 機器人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歡迎 bot — 新成員加入自動打招呼 + 發規則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通知 bot — 定時公告、生日提醒、事件提醒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🎮 娛樂與遊戲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小遊戲 bot — 猜數字、問答、狼人殺、RPG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音樂 bot — 點歌播放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排行榜 — 等級、每日簽到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🔌 整合外部服務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API bot — 查天氣、新聞、股價、空氣品質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抓資料 bot — 抓網頁內容、監控關鍵字、PTT 爬文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排程 bot — 接 Google Calendar、提醒排程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📚 最好的學習方式：找一個你自己會用的 bot 功能，動手做出來！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項目總結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📌 項目總結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🎯 目標達成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完整的 Discord Bot 框架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28 個功能的完整實現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生產級別的代碼品質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完善的用戶數據管理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✅ 靈活的 AI 角色系統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💪 技術亮點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非同步編程最佳實踐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模組化與可擴展設計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多層次的容錯機制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完整的日誌系統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版本控制與廣播通知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🔮 未來可能的擴展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集成更多 Ollama 模型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添加 Web Dashboard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支持語音交互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機器學習模型優化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多服務器支持</a:t>
            </a:r>
          </a:p>
          <a:p>
            <a:pPr>
              <a:defRPr sz="1400">
                <a:solidFill>
                  <a:srgbClr val="2C3E50"/>
                </a:solidFill>
              </a:defRPr>
            </a:pP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📞 開發者信息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名稱: subaso-俗北ㄙㄡˊ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版本: 2.0.0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更新日期: 2026-05-10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GitHub: https://github.com/AndyChou-UWU/dc-bot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